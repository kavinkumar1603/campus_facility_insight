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Campus Facility Utilization Analysis &amp; Optimization</a:t>
            </a:r>
          </a:p>
          <a:p>
            <a:r>
              <a:t>U23AD491 — Data Science | Synthetic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Campus management needs visibility into bookings, actual occupancy, capacity and maintenance downtime.</a:t>
            </a:r>
          </a:p>
          <a:p>
            <a:pPr>
              <a:defRPr sz="2200"/>
            </a:pPr>
            <a:r>
              <a:t>Underuse and peak demand may coexist across rooms and time slots.</a:t>
            </a:r>
          </a:p>
          <a:p>
            <a:pPr>
              <a:defRPr sz="2200"/>
            </a:pPr>
            <a:r>
              <a:t>Business question: How are facilities used, and where can utilization be improved?</a:t>
            </a:r>
          </a:p>
          <a:p>
            <a:pPr>
              <a:defRPr sz="2200"/>
            </a:pPr>
            <a:r>
              <a:t>All records in this project are synthetic and should not be represented as real campus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Five connected datasets: bookings, facilities, occupancy, calendar and maintenance.</a:t>
            </a:r>
          </a:p>
          <a:p>
            <a:pPr>
              <a:defRPr sz="2200"/>
            </a:pPr>
            <a:r>
              <a:t>Data quality checks: missing occupancy, duplicate bookings, facility-name aliases, over-capacity readings and incomplete maintenance.</a:t>
            </a:r>
          </a:p>
          <a:p>
            <a:pPr>
              <a:defRPr sz="2200"/>
            </a:pPr>
            <a:r>
              <a:t>Python/Pandas for cleaning and integration; NumPy for derived metrics; Matplotlib for visualizations.</a:t>
            </a:r>
          </a:p>
          <a:p>
            <a:pPr>
              <a:defRPr sz="2200"/>
            </a:pPr>
            <a:r>
              <a:t>Excel workbook for summaries, charts and management-facing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Facility Utilization</a:t>
            </a:r>
          </a:p>
        </p:txBody>
      </p:sp>
      <p:pic>
        <p:nvPicPr>
          <p:cNvPr id="3" name="Picture 2" descr="facilit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955279" cy="39046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463040"/>
            <a:ext cx="29260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Compare average recorded occupancy with facility capacity. Investigate both low utilization and high demand before reallocating rooms.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Peak-Time Analysis</a:t>
            </a:r>
          </a:p>
        </p:txBody>
      </p:sp>
      <p:pic>
        <p:nvPicPr>
          <p:cNvPr id="3" name="Picture 2" descr="hourl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955279" cy="4165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463040"/>
            <a:ext cx="29260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Use hourly occupancy patterns to identify periods for timetable adjustments and demand balancing.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Exam-Period Comparison</a:t>
            </a:r>
          </a:p>
        </p:txBody>
      </p:sp>
      <p:pic>
        <p:nvPicPr>
          <p:cNvPr id="3" name="Picture 2" descr="exa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955279" cy="50506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463040"/>
            <a:ext cx="29260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Compare exam and non-exam periods. Ensure recommendations reflect the simulated calendar and occupancy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Downtime</a:t>
            </a:r>
          </a:p>
        </p:txBody>
      </p:sp>
      <p:pic>
        <p:nvPicPr>
          <p:cNvPr id="3" name="Picture 2" descr="maintenance_dow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955279" cy="4156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463040"/>
            <a:ext cx="29260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Prioritize complete maintenance records and schedule planned work during lower-demand periods where feasible.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Review timetables to move flexible sessions away from repeated peak periods.</a:t>
            </a:r>
          </a:p>
          <a:p>
            <a:pPr>
              <a:defRPr sz="2200"/>
            </a:pPr>
            <a:r>
              <a:t>Match room size to expected attendance while preserving suitable room type and equipment.</a:t>
            </a:r>
          </a:p>
          <a:p>
            <a:pPr>
              <a:defRPr sz="2200"/>
            </a:pPr>
            <a:r>
              <a:t>Investigate over-capacity readings rather than deleting them automatically.</a:t>
            </a:r>
          </a:p>
          <a:p>
            <a:pPr>
              <a:defRPr sz="2200"/>
            </a:pPr>
            <a:r>
              <a:t>Improve occupancy sensor coverage and maintenance record completeness.</a:t>
            </a:r>
          </a:p>
          <a:p>
            <a:pPr>
              <a:defRPr sz="2200"/>
            </a:pPr>
            <a:r>
              <a:t>Monitor utilization, peak occupancy, missed readings and downtime on a recurring basis.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 demonstrates an analytical workflow; findings are not real campus measurements.</a:t>
            </a:r>
          </a:p>
          <a:p>
            <a:pPr>
              <a:defRPr sz="2200"/>
            </a:pPr>
            <a:r>
              <a:t>Missing occupancy values are not imputed in the core analysis; averages use observed counts only.</a:t>
            </a:r>
          </a:p>
          <a:p>
            <a:pPr>
              <a:defRPr sz="2200"/>
            </a:pPr>
            <a:r>
              <a:t>Calendar blank events are interpreted as 'No Event' for this synthetic dataset.</a:t>
            </a:r>
          </a:p>
          <a:p>
            <a:pPr>
              <a:defRPr sz="2200"/>
            </a:pPr>
            <a:r>
              <a:t>Future work: validate with real campus data, define management-approved underuse thresholds and compare utilization by facility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